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1417320"/>
            <a:ext cx="107899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300"/>
              </a:spcAft>
            </a:pPr>
            <a:r>
              <a:rPr lang="ko-KR" sz="3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??? ?????
?? ?? ?? ?? ??</a:t>
            </a:r>
            <a:endParaRPr lang="ko-KR"/>
          </a:p>
        </p:txBody>
      </p:sp>
      <p:sp>
        <p:nvSpPr>
          <p:cNvPr id="4" name="Subtitle"/>
          <p:cNvSpPr txBox="1"/>
          <p:nvPr/>
        </p:nvSpPr>
        <p:spPr>
          <a:xfrm>
            <a:off x="777240" y="269748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300"/>
              </a:spcAft>
            </a:pPr>
            <a:r>
              <a:rPr lang="ko-KR" sz="190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?? ???? ???, ??? ? ????? ?? ??? ?? ??? ????.</a:t>
            </a:r>
            <a:endParaRPr lang="ko-KR"/>
          </a:p>
        </p:txBody>
      </p:sp>
      <p:sp>
        <p:nvSpPr>
          <p:cNvPr id="5" name="Footer"/>
          <p:cNvSpPr txBox="1"/>
          <p:nvPr/>
        </p:nvSpPr>
        <p:spPr>
          <a:xfrm>
            <a:off x="777240" y="58064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0"/>
              </a:spcAft>
            </a:pPr>
            <a:r>
              <a:rPr lang="ko-KR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DA Drug Agent | ?? ???? ??</a:t>
            </a:r>
            <a:endParaRPr lang="ko-KR"/>
          </a:p>
        </p:txBody>
      </p:sp>
      <p:sp>
        <p:nvSpPr>
          <p:cNvPr id="6" name="Badge"/>
          <p:cNvSpPr txBox="1"/>
          <p:nvPr/>
        </p:nvSpPr>
        <p:spPr>
          <a:xfrm>
            <a:off x="8732520" y="5394960"/>
            <a:ext cx="2423160" cy="5029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anchor="t" lIns="45000" tIns="45000" rIns="45000" bIns="45000"/>
          <a:lstStyle/>
          <a:p>
            <a:pPr algn="c" marL="0" indent="0">
              <a:spcAft>
                <a:spcPts val="0"/>
              </a:spcAft>
            </a:pP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??/???? ???</a:t>
            </a:r>
            <a:endParaRPr 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Lin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lide Title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0"/>
              </a:spcAft>
            </a:pPr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?? ??</a:t>
            </a:r>
            <a:endParaRPr lang="ko-KR"/>
          </a:p>
        </p:txBody>
      </p:sp>
      <p:sp>
        <p:nvSpPr>
          <p:cNvPr id="4" name="Main Issue"/>
          <p:cNvSpPr txBox="1"/>
          <p:nvPr/>
        </p:nvSpPr>
        <p:spPr>
          <a:xfrm>
            <a:off x="685800" y="1051560"/>
            <a:ext cx="1083564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 ??? = ?? ?? ????? ?? ??? ??? ???? ???? ? ????.</a:t>
            </a:r>
            <a:endParaRPr lang="ko-KR"/>
          </a:p>
          <a:p>
            <a:pPr algn="l" marL="0" indent="0">
              <a:spcAft>
                <a:spcPts val="0"/>
              </a:spcAft>
            </a:pPr>
            <a:r>
              <a:rPr lang="ko-KR" sz="145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?: ???? ??? ?? ? ?? ???? ??? ? ?? ??? ?? ???? ??? ? ????.</a:t>
            </a:r>
            <a:endParaRPr lang="ko-KR"/>
          </a:p>
        </p:txBody>
      </p:sp>
      <p:sp>
        <p:nvSpPr>
          <p:cNvPr id="5" name="Scenario"/>
          <p:cNvSpPr txBox="1"/>
          <p:nvPr/>
        </p:nvSpPr>
        <p:spPr>
          <a:xfrm>
            <a:off x="868680" y="27889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5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3? ?? ???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PHR/CTCAE?? ??? ??? ??</a:t>
            </a:r>
            <a:endParaRPr lang="ko-KR"/>
          </a:p>
        </p:txBody>
      </p:sp>
      <p:sp>
        <p:nvSpPr>
          <p:cNvPr id="6" name="Bad Response"/>
          <p:cNvSpPr txBox="1"/>
          <p:nvPr/>
        </p:nvSpPr>
        <p:spPr>
          <a:xfrm>
            <a:off x="4434840" y="2788920"/>
            <a:ext cx="3337560" cy="1645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55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????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 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 ??</a:t>
            </a:r>
            <a:endParaRPr lang="ko-KR"/>
          </a:p>
        </p:txBody>
      </p:sp>
      <p:sp>
        <p:nvSpPr>
          <p:cNvPr id="7" name="Better Response"/>
          <p:cNvSpPr txBox="1"/>
          <p:nvPr/>
        </p:nvSpPr>
        <p:spPr>
          <a:xfrm>
            <a:off x="8001000" y="2788920"/>
            <a:ext cx="3337560" cy="16459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5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????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???/??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 ??? ??</a:t>
            </a:r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Lin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lide Title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0"/>
              </a:spcAft>
            </a:pPr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??</a:t>
            </a:r>
            <a:endParaRPr lang="ko-KR"/>
          </a:p>
        </p:txBody>
      </p:sp>
      <p:sp>
        <p:nvSpPr>
          <p:cNvPr id="4" name="Cause 1"/>
          <p:cNvSpPr txBox="1"/>
          <p:nvPr/>
        </p:nvSpPr>
        <p:spPr>
          <a:xfrm>
            <a:off x="685800" y="109728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2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 ?? ??? ?? ?? 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2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??? ??? ??? ???? ???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2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??? ??? ??? ?? ???? ??</a:t>
            </a:r>
            <a:endParaRPr lang="ko-KR"/>
          </a:p>
        </p:txBody>
      </p:sp>
      <p:sp>
        <p:nvSpPr>
          <p:cNvPr id="5" name="Cause 2"/>
          <p:cNvSpPr txBox="1"/>
          <p:nvPr/>
        </p:nvSpPr>
        <p:spPr>
          <a:xfrm>
            <a:off x="6217920" y="109728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2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 ?? ??? ???? ?? 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2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???? ? ?? ??? ?? ??? ??? 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2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 ?? ??? ???? ??? ??? ? ? ??</a:t>
            </a:r>
            <a:endParaRPr lang="ko-KR"/>
          </a:p>
        </p:txBody>
      </p:sp>
      <p:sp>
        <p:nvSpPr>
          <p:cNvPr id="6" name="Key Insight"/>
          <p:cNvSpPr txBox="1"/>
          <p:nvPr/>
        </p:nvSpPr>
        <p:spPr>
          <a:xfrm>
            <a:off x="960120" y="3703320"/>
            <a:ext cx="10241280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anchor="t" lIns="91440" tIns="91440" rIns="91440" bIns="91440"/>
          <a:lstStyle/>
          <a:p>
            <a:pPr algn="c" marL="0" indent="0">
              <a:spcAft>
                <a:spcPts val="200"/>
              </a:spcAft>
            </a:pPr>
            <a:r>
              <a:rPr lang="ko-KR"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?? ??</a:t>
            </a:r>
            <a:endParaRPr lang="ko-KR"/>
          </a:p>
          <a:p>
            <a:pPr algn="c" marL="0" indent="0">
              <a:spcAft>
                <a:spcPts val="0"/>
              </a:spcAft>
            </a:pPr>
            <a:r>
              <a:rPr lang="ko-KR" sz="14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?? ?? ??? ???? ???? ? ?????, ?? ? ?????? ????? ?? ?? ???? ???? ??? ? ?????.</a:t>
            </a:r>
            <a:endParaRPr 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Lin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lide Title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0"/>
              </a:spcAft>
            </a:pPr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?? ??? ???</a:t>
            </a:r>
            <a:endParaRPr lang="ko-KR"/>
          </a:p>
        </p:txBody>
      </p:sp>
      <p:sp>
        <p:nvSpPr>
          <p:cNvPr id="4" name="Risk 1"/>
          <p:cNvSpPr txBox="1"/>
          <p:nvPr/>
        </p:nvSpPr>
        <p:spPr>
          <a:xfrm>
            <a:off x="685800" y="1143000"/>
            <a:ext cx="3520440" cy="3246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60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?? ?? ???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???? ? ???? ????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 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???? ?? ??</a:t>
            </a:r>
            <a:endParaRPr lang="ko-KR"/>
          </a:p>
        </p:txBody>
      </p:sp>
      <p:sp>
        <p:nvSpPr>
          <p:cNvPr id="5" name="Risk 2"/>
          <p:cNvSpPr txBox="1"/>
          <p:nvPr/>
        </p:nvSpPr>
        <p:spPr>
          <a:xfrm>
            <a:off x="4343400" y="1143000"/>
            <a:ext cx="3520440" cy="32461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6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??? ???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??? ??? ??? ?? ?? 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 ??? ?? 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 ?? ???</a:t>
            </a:r>
            <a:endParaRPr lang="ko-KR"/>
          </a:p>
        </p:txBody>
      </p:sp>
      <p:sp>
        <p:nvSpPr>
          <p:cNvPr id="6" name="Risk 3"/>
          <p:cNvSpPr txBox="1"/>
          <p:nvPr/>
        </p:nvSpPr>
        <p:spPr>
          <a:xfrm>
            <a:off x="8001000" y="1143000"/>
            <a:ext cx="3520440" cy="3246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6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?? ?? ???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??? ?? ????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???? ?? ??? ??? 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0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 ?? ?? ???</a:t>
            </a:r>
            <a:endParaRPr 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Lin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lide Title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0"/>
              </a:spcAft>
            </a:pPr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???? ??</a:t>
            </a:r>
            <a:endParaRPr lang="ko-KR"/>
          </a:p>
        </p:txBody>
      </p:sp>
      <p:sp>
        <p:nvSpPr>
          <p:cNvPr id="4" name="Case 1"/>
          <p:cNvSpPr txBox="1"/>
          <p:nvPr/>
        </p:nvSpPr>
        <p:spPr>
          <a:xfrm>
            <a:off x="594360" y="1143000"/>
            <a:ext cx="2697480" cy="3611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anchor="t" lIns="91440" tIns="91440" rIns="91440" bIns="91440"/>
          <a:lstStyle/>
          <a:p>
            <a:pPr algn="c" marL="0" indent="0">
              <a:spcAft>
                <a:spcPts val="180"/>
              </a:spcAft>
            </a:pPr>
            <a:r>
              <a:rPr lang="ko-KR"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?? ???</a:t>
            </a:r>
            <a:endParaRPr lang="ko-KR"/>
          </a:p>
          <a:p>
            <a:pPr algn="c" marL="0" indent="0">
              <a:spcAft>
                <a:spcPts val="400"/>
              </a:spcAft>
            </a:pPr>
            <a:r>
              <a:rPr lang="ko-KR" sz="118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?? ?? ??, ?? ?? ??</a:t>
            </a:r>
            <a:endParaRPr lang="ko-KR"/>
          </a:p>
          <a:p>
            <a:pPr algn="c" marL="0" indent="0">
              <a:spcAft>
                <a:spcPts val="0"/>
              </a:spcAft>
            </a:pPr>
            <a:r>
              <a:rPr lang="ko-KR" sz="132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 ??/?? ?? ?? ??</a:t>
            </a:r>
            <a:endParaRPr lang="ko-KR"/>
          </a:p>
        </p:txBody>
      </p:sp>
      <p:sp>
        <p:nvSpPr>
          <p:cNvPr id="5" name="Case 2"/>
          <p:cNvSpPr txBox="1"/>
          <p:nvPr/>
        </p:nvSpPr>
        <p:spPr>
          <a:xfrm>
            <a:off x="3456432" y="1143000"/>
            <a:ext cx="2697480" cy="3611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anchor="t" lIns="91440" tIns="91440" rIns="91440" bIns="91440"/>
          <a:lstStyle/>
          <a:p>
            <a:pPr algn="c" marL="0" indent="0">
              <a:spcAft>
                <a:spcPts val="180"/>
              </a:spcAft>
            </a:pPr>
            <a:r>
              <a:rPr lang="ko-KR" sz="15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?? ???</a:t>
            </a:r>
            <a:endParaRPr lang="ko-KR"/>
          </a:p>
          <a:p>
            <a:pPr algn="c" marL="0" indent="0">
              <a:spcAft>
                <a:spcPts val="400"/>
              </a:spcAft>
            </a:pPr>
            <a:r>
              <a:rPr lang="ko-KR" sz="118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??? ???? ??? ?? ???</a:t>
            </a:r>
            <a:endParaRPr lang="ko-KR"/>
          </a:p>
          <a:p>
            <a:pPr algn="c" marL="0" indent="0">
              <a:spcAft>
                <a:spcPts val="0"/>
              </a:spcAft>
            </a:pPr>
            <a:r>
              <a:rPr lang="ko-KR" sz="132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 ?? ?? + ??? ?? ??</a:t>
            </a:r>
            <a:endParaRPr lang="ko-KR"/>
          </a:p>
        </p:txBody>
      </p:sp>
      <p:sp>
        <p:nvSpPr>
          <p:cNvPr id="6" name="Case 3"/>
          <p:cNvSpPr txBox="1"/>
          <p:nvPr/>
        </p:nvSpPr>
        <p:spPr>
          <a:xfrm>
            <a:off x="6309360" y="1143000"/>
            <a:ext cx="2697480" cy="36118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txBody>
          <a:bodyPr wrap="square" anchor="t" lIns="91440" tIns="91440" rIns="91440" bIns="91440"/>
          <a:lstStyle/>
          <a:p>
            <a:pPr algn="c" marL="0" indent="0">
              <a:spcAft>
                <a:spcPts val="180"/>
              </a:spcAft>
            </a:pPr>
            <a:r>
              <a:rPr lang="ko-KR" sz="15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??? ?? ??</a:t>
            </a:r>
            <a:endParaRPr lang="ko-KR"/>
          </a:p>
          <a:p>
            <a:pPr algn="c" marL="0" indent="0">
              <a:spcAft>
                <a:spcPts val="400"/>
              </a:spcAft>
            </a:pPr>
            <a:r>
              <a:rPr lang="ko-KR" sz="118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? ??? ? ?? ??? ??</a:t>
            </a:r>
            <a:endParaRPr lang="ko-KR"/>
          </a:p>
          <a:p>
            <a:pPr algn="c" marL="0" indent="0">
              <a:spcAft>
                <a:spcPts val="0"/>
              </a:spcAft>
            </a:pPr>
            <a:r>
              <a:rPr lang="ko-KR" sz="132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 ?? ?? + ???/?? ??</a:t>
            </a:r>
            <a:endParaRPr lang="ko-KR"/>
          </a:p>
        </p:txBody>
      </p:sp>
      <p:sp>
        <p:nvSpPr>
          <p:cNvPr id="7" name="Case 4"/>
          <p:cNvSpPr txBox="1"/>
          <p:nvPr/>
        </p:nvSpPr>
        <p:spPr>
          <a:xfrm>
            <a:off x="9162288" y="1143000"/>
            <a:ext cx="2697480" cy="3611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anchor="t" lIns="91440" tIns="91440" rIns="91440" bIns="91440"/>
          <a:lstStyle/>
          <a:p>
            <a:pPr algn="c" marL="0" indent="0">
              <a:spcAft>
                <a:spcPts val="180"/>
              </a:spcAft>
            </a:pPr>
            <a:r>
              <a:rPr lang="ko-KR" sz="150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?? ??</a:t>
            </a:r>
            <a:endParaRPr lang="ko-KR"/>
          </a:p>
          <a:p>
            <a:pPr algn="c" marL="0" indent="0">
              <a:spcAft>
                <a:spcPts val="400"/>
              </a:spcAft>
            </a:pPr>
            <a:r>
              <a:rPr lang="ko-KR" sz="118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?? ??, ??/?? ??</a:t>
            </a:r>
            <a:endParaRPr lang="ko-KR"/>
          </a:p>
          <a:p>
            <a:pPr algn="c" marL="0" indent="0">
              <a:spcAft>
                <a:spcPts val="0"/>
              </a:spcAft>
            </a:pPr>
            <a:r>
              <a:rPr lang="ko-KR" sz="132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 ???? ?? ?? ??</a:t>
            </a:r>
            <a:endParaRPr 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Lin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lide Title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0"/>
              </a:spcAft>
            </a:pPr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?? ????</a:t>
            </a:r>
            <a:endParaRPr lang="ko-KR"/>
          </a:p>
        </p:txBody>
      </p:sp>
      <p:sp>
        <p:nvSpPr>
          <p:cNvPr id="4" name="Recommendation"/>
          <p:cNvSpPr txBox="1"/>
          <p:nvPr/>
        </p:nvSpPr>
        <p:spPr>
          <a:xfrm>
            <a:off x="777240" y="1005840"/>
            <a:ext cx="10652760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anchor="t" lIns="91440" tIns="91440" rIns="91440" bIns="91440"/>
          <a:lstStyle/>
          <a:p>
            <a:pPr algn="c" marL="0" indent="0">
              <a:spcAft>
                <a:spcPts val="0"/>
              </a:spcAft>
            </a:pPr>
            <a:r>
              <a:rPr lang="ko-KR" sz="1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??? ????? ?? ?? ???? ???, ??? ???? ??? ?? ?? ??? ? ?? ??? ????? ??? ???? ?????.</a:t>
            </a:r>
            <a:endParaRPr lang="ko-KR"/>
          </a:p>
        </p:txBody>
      </p:sp>
      <p:sp>
        <p:nvSpPr>
          <p:cNvPr id="5" name="Policy"/>
          <p:cNvSpPr txBox="1"/>
          <p:nvPr/>
        </p:nvSpPr>
        <p:spPr>
          <a:xfrm>
            <a:off x="914400" y="2697480"/>
            <a:ext cx="49834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???/?? ???/??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???? ??? ?? ???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???? ??? ???? ??? ?? ??? ??</a:t>
            </a:r>
            <a:endParaRPr lang="ko-KR"/>
          </a:p>
        </p:txBody>
      </p:sp>
      <p:sp>
        <p:nvSpPr>
          <p:cNvPr id="6" name="Hold"/>
          <p:cNvSpPr txBox="1"/>
          <p:nvPr/>
        </p:nvSpPr>
        <p:spPr>
          <a:xfrm>
            <a:off x="6309360" y="2697480"/>
            <a:ext cx="49834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00"/>
              </a:spcAft>
            </a:pPr>
            <a:r>
              <a:rPr lang="ko-KR" sz="16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 ??? ??? ???? ?? 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CTCAE ??? ?? ??/???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 ??? ?? ? ?? ???</a:t>
            </a:r>
            <a:endParaRPr 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Lin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lide Title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0"/>
              </a:spcAft>
            </a:pPr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???? ??? ??? ??</a:t>
            </a:r>
            <a:endParaRPr lang="ko-KR"/>
          </a:p>
        </p:txBody>
      </p:sp>
      <p:sp>
        <p:nvSpPr>
          <p:cNvPr id="4" name="Do"/>
          <p:cNvSpPr txBox="1"/>
          <p:nvPr/>
        </p:nvSpPr>
        <p:spPr>
          <a:xfrm>
            <a:off x="777240" y="1097280"/>
            <a:ext cx="5212080" cy="3474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20"/>
              </a:spcAft>
            </a:pPr>
            <a:r>
              <a:rPr lang="ko-KR"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?? ? ?</a:t>
            </a:r>
            <a:endParaRPr lang="ko-KR"/>
          </a:p>
          <a:p>
            <a:pPr algn="l" marL="0" indent="0">
              <a:spcAft>
                <a:spcPts val="450"/>
              </a:spcAft>
            </a:pPr>
            <a:r>
              <a:rPr lang="ko-KR" sz="14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?????? ?? ??? ? ?? ??? ??? ?????. ?? ??? ??? ?? ??? ?? ?? ???? ??????.?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 ??</a:t>
            </a:r>
            <a:endParaRPr lang="ko-KR"/>
          </a:p>
        </p:txBody>
      </p:sp>
      <p:sp>
        <p:nvSpPr>
          <p:cNvPr id="5" name="Do Not"/>
          <p:cNvSpPr txBox="1"/>
          <p:nvPr/>
        </p:nvSpPr>
        <p:spPr>
          <a:xfrm>
            <a:off x="6217920" y="1097280"/>
            <a:ext cx="5212080" cy="3474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20"/>
              </a:spcAft>
            </a:pPr>
            <a:r>
              <a:rPr lang="ko-KR" sz="165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??? ? ?</a:t>
            </a:r>
            <a:endParaRPr lang="ko-KR"/>
          </a:p>
          <a:p>
            <a:pPr algn="l" marL="0" indent="0">
              <a:spcAft>
                <a:spcPts val="450"/>
              </a:spcAft>
            </a:pPr>
            <a:r>
              <a:rPr lang="ko-KR" sz="14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??? ?? ????? ??? ? ????.?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???? ???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2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 ?? ??? ??</a:t>
            </a:r>
            <a:endParaRPr 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Line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lide Title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0" indent="0">
              <a:spcAft>
                <a:spcPts val="0"/>
              </a:spcAft>
            </a:pPr>
            <a:r>
              <a:rPr lang="ko-KR" sz="2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7. ?? ? ?? ?? ??</a:t>
            </a:r>
            <a:endParaRPr lang="ko-KR"/>
          </a:p>
        </p:txBody>
      </p:sp>
      <p:sp>
        <p:nvSpPr>
          <p:cNvPr id="4" name="Conclusion"/>
          <p:cNvSpPr txBox="1"/>
          <p:nvPr/>
        </p:nvSpPr>
        <p:spPr>
          <a:xfrm>
            <a:off x="777240" y="1005840"/>
            <a:ext cx="1065276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anchor="t" lIns="91440" tIns="91440" rIns="91440" bIns="91440"/>
          <a:lstStyle/>
          <a:p>
            <a:pPr algn="c" marL="0" indent="0">
              <a:spcAft>
                <a:spcPts val="0"/>
              </a:spcAft>
            </a:pPr>
            <a:r>
              <a:rPr lang="ko-KR" sz="1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 ?? ??? ???? ?? ???? ?? ????, ???? ??? ??? ??? ???? ???? ??? ????.</a:t>
            </a:r>
            <a:endParaRPr lang="ko-KR"/>
          </a:p>
        </p:txBody>
      </p:sp>
      <p:sp>
        <p:nvSpPr>
          <p:cNvPr id="5" name="Decisions"/>
          <p:cNvSpPr txBox="1"/>
          <p:nvPr/>
        </p:nvSpPr>
        <p:spPr>
          <a:xfrm>
            <a:off x="914400" y="2514600"/>
            <a:ext cx="10332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anchor="t" lIns="91440" tIns="91440" rIns="91440" bIns="91440"/>
          <a:lstStyle/>
          <a:p>
            <a:pPr algn="l" marL="0" indent="0">
              <a:spcAft>
                <a:spcPts val="250"/>
              </a:spcAft>
            </a:pPr>
            <a:r>
              <a:rPr lang="ko-KR"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????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???? ?? ?? ?? ??? ???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 ???? ???? ?? ?? ??? ????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???/?? ?? ?? ??? CTCAE ?? ?? ?? ??</a:t>
            </a:r>
            <a:endParaRPr lang="ko-KR"/>
          </a:p>
          <a:p>
            <a:pPr algn="l" marL="0" indent="0">
              <a:spcAft>
                <a:spcPts val="300"/>
              </a:spcAft>
            </a:pPr>
            <a:r>
              <a:rPr lang="ko-KR" sz="1350">
                <a:solidFill>
                  <a:srgbClr val="374151"/>
                </a:solidFill>
                <a:latin typeface="Malgun Gothic"/>
                <a:ea typeface="Malgun Gothic"/>
                <a:cs typeface="Malgun Gothic"/>
              </a:rPr>
              <a:t>? ?? ?? ?? ??? UI?? ??? ???? ??</a:t>
            </a:r>
            <a:endParaRPr lang="ko-KR"/>
          </a:p>
        </p:txBody>
      </p:sp>
      <p:sp>
        <p:nvSpPr>
          <p:cNvPr id="6" name="Footer Note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 marL="0" indent="0">
              <a:spcAft>
                <a:spcPts val="0"/>
              </a:spcAft>
            </a:pPr>
            <a:r>
              <a:rPr lang="ko-KR" sz="12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?? ??: ??? ?? ??. ??? ??? ??? ?? ???? ??? ??? ?????.</a:t>
            </a:r>
            <a:endParaRPr 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 Drug Theme">
  <a:themeElements>
    <a:clrScheme name="DA Drug">
      <a:dk1>
        <a:srgbClr val="111827"/>
      </a:dk1>
      <a:lt1>
        <a:srgbClr val="FFFFFF"/>
      </a:lt1>
      <a:dk2>
        <a:srgbClr val="374151"/>
      </a:dk2>
      <a:lt2>
        <a:srgbClr val="F8FAFC"/>
      </a:lt2>
      <a:accent1>
        <a:srgbClr val="0F766E"/>
      </a:accent1>
      <a:accent2>
        <a:srgbClr val="2563EB"/>
      </a:accent2>
      <a:accent3>
        <a:srgbClr val="F59E0B"/>
      </a:accent3>
      <a:accent4>
        <a:srgbClr val="DC2626"/>
      </a:accent4>
      <a:accent5>
        <a:srgbClr val="7C3AED"/>
      </a:accent5>
      <a:accent6>
        <a:srgbClr val="64748B"/>
      </a:accent6>
      <a:hlink>
        <a:srgbClr val="2563EB"/>
      </a:hlink>
      <a:folHlink>
        <a:srgbClr val="7C3AED"/>
      </a:folHlink>
    </a:clrScheme>
    <a:fontScheme name="DA Font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DA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7</Slides>
  <Company>DA Drug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 ????? ?? ?? ?? ?? ??</dc:title>
  <dc:creator>Codex</dc:creator>
  <cp:lastModifiedBy>Codex</cp:lastModifiedBy>
  <dcterms:created xsi:type="dcterms:W3CDTF">2026-05-18T00:30:37Z</dcterms:created>
  <dcterms:modified xsi:type="dcterms:W3CDTF">2026-05-18T00:30:37Z</dcterms:modified>
</cp:coreProperties>
</file>